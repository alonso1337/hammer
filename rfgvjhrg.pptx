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1" r:id="rId1"/>
    <p:sldMasterId id="2147483656" r:id="rId2"/>
    <p:sldMasterId id="2147483666" r:id="rId3"/>
  </p:sldMasterIdLst>
  <p:notesMasterIdLst>
    <p:notesMasterId r:id="rId13"/>
  </p:notesMasterIdLst>
  <p:sldIdLst>
    <p:sldId id="277" r:id="rId4"/>
    <p:sldId id="278" r:id="rId5"/>
    <p:sldId id="279" r:id="rId6"/>
    <p:sldId id="263" r:id="rId7"/>
    <p:sldId id="269" r:id="rId8"/>
    <p:sldId id="272" r:id="rId9"/>
    <p:sldId id="274" r:id="rId10"/>
    <p:sldId id="275" r:id="rId11"/>
    <p:sldId id="268" r:id="rId12"/>
  </p:sldIdLst>
  <p:sldSz cx="12192000" cy="6858000"/>
  <p:notesSz cx="6858000" cy="9144000"/>
  <p:embeddedFontLst>
    <p:embeddedFont>
      <p:font typeface="SamsungOne 450C" panose="020B0506030303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SamsungOne 800C" panose="020B0906030303020204" charset="0"/>
      <p:bold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46A"/>
    <a:srgbClr val="005FD2"/>
    <a:srgbClr val="FFCC00"/>
    <a:srgbClr val="33CC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15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3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54CC1-97CB-44AD-8DAB-B216F30CF3E3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1BEDC-14E0-454C-9320-42DD4A99B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2682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60B23B0-1F13-4112-BAB2-7DFE67F069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812" y="2213452"/>
            <a:ext cx="6919275" cy="24310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A3525C-0A75-4AFA-928A-2FF8C3676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>
            <a:off x="0" y="4380703"/>
            <a:ext cx="6483302" cy="247729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F3BD21-8E4F-450A-A941-4D6EBD0AB7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 rot="10800000">
            <a:off x="5708698" y="0"/>
            <a:ext cx="6483302" cy="2477297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270480E-4071-44EF-8953-99F74C2118B2}"/>
              </a:ext>
            </a:extLst>
          </p:cNvPr>
          <p:cNvGrpSpPr/>
          <p:nvPr userDrawn="1"/>
        </p:nvGrpSpPr>
        <p:grpSpPr>
          <a:xfrm rot="5400000">
            <a:off x="442811" y="39917"/>
            <a:ext cx="130630" cy="563076"/>
            <a:chOff x="7081442" y="2246001"/>
            <a:chExt cx="130630" cy="563076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A35741BF-5137-47F4-BFA2-7B2D28079E18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A3E7BC5D-47EB-4F1D-9168-9852E8A6BF02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D01966E-7F74-4963-A92C-60DF417CEAE6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E649EAD-0B4A-4E59-A0EA-7F622E0696E2}"/>
              </a:ext>
            </a:extLst>
          </p:cNvPr>
          <p:cNvGrpSpPr/>
          <p:nvPr userDrawn="1"/>
        </p:nvGrpSpPr>
        <p:grpSpPr>
          <a:xfrm rot="5400000">
            <a:off x="1230428" y="39917"/>
            <a:ext cx="130630" cy="563076"/>
            <a:chOff x="7081442" y="2246001"/>
            <a:chExt cx="130630" cy="563076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6A54ED0E-2066-499E-B81C-CB8E0ECD80B4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A5081C-4CAB-4171-8B31-0A82A7E49FC6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A547810A-BA0D-4182-9620-51064229B571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278870086"/>
      </p:ext>
    </p:extLst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t Title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A3525C-0A75-4AFA-928A-2FF8C3676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>
            <a:off x="0" y="4380703"/>
            <a:ext cx="6483302" cy="247729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F3BD21-8E4F-450A-A941-4D6EBD0AB7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 rot="10800000">
            <a:off x="5708698" y="0"/>
            <a:ext cx="6483302" cy="2477297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270480E-4071-44EF-8953-99F74C2118B2}"/>
              </a:ext>
            </a:extLst>
          </p:cNvPr>
          <p:cNvGrpSpPr/>
          <p:nvPr userDrawn="1"/>
        </p:nvGrpSpPr>
        <p:grpSpPr>
          <a:xfrm rot="5400000">
            <a:off x="442811" y="39917"/>
            <a:ext cx="130630" cy="563076"/>
            <a:chOff x="7081442" y="2246001"/>
            <a:chExt cx="130630" cy="563076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A35741BF-5137-47F4-BFA2-7B2D28079E18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A3E7BC5D-47EB-4F1D-9168-9852E8A6BF02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D01966E-7F74-4963-A92C-60DF417CEAE6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E649EAD-0B4A-4E59-A0EA-7F622E0696E2}"/>
              </a:ext>
            </a:extLst>
          </p:cNvPr>
          <p:cNvGrpSpPr/>
          <p:nvPr userDrawn="1"/>
        </p:nvGrpSpPr>
        <p:grpSpPr>
          <a:xfrm rot="5400000">
            <a:off x="1230428" y="39917"/>
            <a:ext cx="130630" cy="563076"/>
            <a:chOff x="7081442" y="2246001"/>
            <a:chExt cx="130630" cy="563076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6A54ED0E-2066-499E-B81C-CB8E0ECD80B4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A5081C-4CAB-4171-8B31-0A82A7E49FC6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A547810A-BA0D-4182-9620-51064229B571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393711510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0B654-93F3-4721-A290-17E9A5184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29703"/>
            <a:ext cx="9144000" cy="136065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B0B30C-7A61-451E-B6EB-667FC2B0D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30"/>
            <a:ext cx="9144000" cy="8662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F9A802-5335-40EA-BD36-A4ED6BD71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E34C-0C06-422D-8445-4290A33915A8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CDB0EB-4A6A-49DF-BB01-129F4E140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CE9C39-4E1D-4183-B199-2D081277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FD7808-0438-4480-A8FF-E29DCEE768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343" y="1300561"/>
            <a:ext cx="4748931" cy="1668543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6A3ECA7-55A6-499F-A9D9-1D750471B033}"/>
              </a:ext>
            </a:extLst>
          </p:cNvPr>
          <p:cNvGrpSpPr/>
          <p:nvPr userDrawn="1"/>
        </p:nvGrpSpPr>
        <p:grpSpPr>
          <a:xfrm>
            <a:off x="-3" y="0"/>
            <a:ext cx="1670675" cy="6858003"/>
            <a:chOff x="-3" y="0"/>
            <a:chExt cx="1670675" cy="6858003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8AE212CE-0FC5-420D-9D84-5918DF6C608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1" r="-1" b="54939"/>
            <a:stretch/>
          </p:blipFill>
          <p:spPr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126B2EF5-528E-48A7-99D6-B59B8FCA7C3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55971" r="-1" b="-1217"/>
            <a:stretch/>
          </p:blipFill>
          <p:spPr>
            <a:xfrm rot="16200000">
              <a:off x="-783667" y="4403663"/>
              <a:ext cx="3238008" cy="1670671"/>
            </a:xfrm>
            <a:prstGeom prst="rect">
              <a:avLst/>
            </a:prstGeom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FC771FC9-35A3-436D-A854-D8B38E1D29DC}"/>
              </a:ext>
            </a:extLst>
          </p:cNvPr>
          <p:cNvGrpSpPr/>
          <p:nvPr userDrawn="1"/>
        </p:nvGrpSpPr>
        <p:grpSpPr>
          <a:xfrm rot="10800000">
            <a:off x="10518462" y="0"/>
            <a:ext cx="1670675" cy="6858003"/>
            <a:chOff x="-3" y="0"/>
            <a:chExt cx="1670675" cy="6858003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F2AA09D0-3EFB-4020-ABA8-1616727D98F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1" r="-1" b="54939"/>
            <a:stretch/>
          </p:blipFill>
          <p:spPr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23A28532-EEB2-4885-A3CE-54D0A28DC13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55971" r="-1" b="-1217"/>
            <a:stretch/>
          </p:blipFill>
          <p:spPr>
            <a:xfrm rot="16200000">
              <a:off x="-783667" y="4403663"/>
              <a:ext cx="3238008" cy="16706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0628948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268D3F8B-16D9-4FA9-A055-B3C99F9C7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75349-B8FF-4EAF-9758-1B6C76217467}" type="datetime1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958765E-1D59-4EBD-8B0C-D90EDEBF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BC9D76-2C00-47FC-B1BC-53DDDD5D7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19D724-5309-42B0-9DD6-2097051A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854032-24A2-4F97-996D-2040FAF5D9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584" y="284686"/>
            <a:ext cx="2256148" cy="792700"/>
          </a:xfrm>
          <a:prstGeom prst="rect">
            <a:avLst/>
          </a:prstGeom>
        </p:spPr>
      </p:pic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1DC89029-5F07-4A38-A938-FF64B8ECC68B}"/>
              </a:ext>
            </a:extLst>
          </p:cNvPr>
          <p:cNvGrpSpPr/>
          <p:nvPr userDrawn="1"/>
        </p:nvGrpSpPr>
        <p:grpSpPr>
          <a:xfrm>
            <a:off x="-3" y="0"/>
            <a:ext cx="1670675" cy="6858003"/>
            <a:chOff x="-3" y="0"/>
            <a:chExt cx="1670675" cy="6858003"/>
          </a:xfrm>
        </p:grpSpPr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75DB9053-9013-4FDD-92DF-75577C9569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1" r="-1" b="54939"/>
            <a:stretch/>
          </p:blipFill>
          <p:spPr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CDC64F56-F9E7-4C31-B78E-F8868BE3D7A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55971" r="-1" b="-1217"/>
            <a:stretch/>
          </p:blipFill>
          <p:spPr>
            <a:xfrm rot="16200000">
              <a:off x="-783667" y="4403663"/>
              <a:ext cx="3238008" cy="1670671"/>
            </a:xfrm>
            <a:prstGeom prst="rect">
              <a:avLst/>
            </a:prstGeom>
          </p:spPr>
        </p:pic>
      </p:grp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DA2F168-F001-4186-B20D-6180659ABA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91" t="1" r="-1" b="54939"/>
          <a:stretch/>
        </p:blipFill>
        <p:spPr>
          <a:xfrm rot="16200000">
            <a:off x="9738235" y="4407102"/>
            <a:ext cx="3238008" cy="1663795"/>
          </a:xfrm>
          <a:prstGeom prst="rect">
            <a:avLst/>
          </a:prstGeom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478F91C3-DE8F-4010-B841-AD81B2F131AC}"/>
              </a:ext>
            </a:extLst>
          </p:cNvPr>
          <p:cNvGrpSpPr/>
          <p:nvPr userDrawn="1"/>
        </p:nvGrpSpPr>
        <p:grpSpPr>
          <a:xfrm>
            <a:off x="11621299" y="2572948"/>
            <a:ext cx="570701" cy="1712103"/>
            <a:chOff x="11507954" y="2186129"/>
            <a:chExt cx="684046" cy="2052138"/>
          </a:xfrm>
        </p:grpSpPr>
        <p:sp>
          <p:nvSpPr>
            <p:cNvPr id="27" name="Ромб 26">
              <a:extLst>
                <a:ext uri="{FF2B5EF4-FFF2-40B4-BE49-F238E27FC236}">
                  <a16:creationId xmlns:a16="http://schemas.microsoft.com/office/drawing/2014/main" id="{7CD712D0-ABAD-417F-A8DE-F339E8E07BFC}"/>
                </a:ext>
              </a:extLst>
            </p:cNvPr>
            <p:cNvSpPr/>
            <p:nvPr/>
          </p:nvSpPr>
          <p:spPr>
            <a:xfrm>
              <a:off x="11507954" y="2186129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8" name="Ромб 27">
              <a:extLst>
                <a:ext uri="{FF2B5EF4-FFF2-40B4-BE49-F238E27FC236}">
                  <a16:creationId xmlns:a16="http://schemas.microsoft.com/office/drawing/2014/main" id="{A81D116E-2FE6-40DD-870A-A2431AD34AAE}"/>
                </a:ext>
              </a:extLst>
            </p:cNvPr>
            <p:cNvSpPr/>
            <p:nvPr/>
          </p:nvSpPr>
          <p:spPr>
            <a:xfrm>
              <a:off x="11507954" y="2870175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9" name="Ромб 28">
              <a:extLst>
                <a:ext uri="{FF2B5EF4-FFF2-40B4-BE49-F238E27FC236}">
                  <a16:creationId xmlns:a16="http://schemas.microsoft.com/office/drawing/2014/main" id="{5828D169-DE16-4B5D-9C24-2E4D258CB92D}"/>
                </a:ext>
              </a:extLst>
            </p:cNvPr>
            <p:cNvSpPr/>
            <p:nvPr/>
          </p:nvSpPr>
          <p:spPr>
            <a:xfrm>
              <a:off x="11507954" y="3554221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F82494C-638A-46D7-8F2B-E59AA584B00A}"/>
              </a:ext>
            </a:extLst>
          </p:cNvPr>
          <p:cNvSpPr/>
          <p:nvPr userDrawn="1"/>
        </p:nvSpPr>
        <p:spPr>
          <a:xfrm>
            <a:off x="-3" y="0"/>
            <a:ext cx="12192003" cy="228596"/>
          </a:xfrm>
          <a:prstGeom prst="rect">
            <a:avLst/>
          </a:prstGeom>
          <a:solidFill>
            <a:srgbClr val="0068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492465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136E0A-2786-4EE7-B8D1-28A3A5239F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90833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CEEEEA-B454-43EA-A738-2FE34DF3CB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69" y="2199702"/>
            <a:ext cx="7035117" cy="247179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ACD29C6-D1D2-4398-B94F-391245B802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8" t="-1" r="589" b="48523"/>
          <a:stretch/>
        </p:blipFill>
        <p:spPr>
          <a:xfrm>
            <a:off x="0" y="4385951"/>
            <a:ext cx="6421426" cy="24720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BE2EBA-4DDE-446F-984D-3F41D0875D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8" t="-1" r="589" b="48523"/>
          <a:stretch/>
        </p:blipFill>
        <p:spPr>
          <a:xfrm rot="10800000">
            <a:off x="5770574" y="-1"/>
            <a:ext cx="6421426" cy="24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23514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t Title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ACD29C6-D1D2-4398-B94F-391245B802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8" t="-1" r="589" b="48523"/>
          <a:stretch/>
        </p:blipFill>
        <p:spPr>
          <a:xfrm>
            <a:off x="0" y="4385951"/>
            <a:ext cx="6421426" cy="24720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BE2EBA-4DDE-446F-984D-3F41D0875D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8" t="-1" r="589" b="48523"/>
          <a:stretch/>
        </p:blipFill>
        <p:spPr>
          <a:xfrm rot="10800000">
            <a:off x="5770574" y="-1"/>
            <a:ext cx="6421426" cy="24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37543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0B654-93F3-4721-A290-17E9A5184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29703"/>
            <a:ext cx="9144000" cy="136065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B0B30C-7A61-451E-B6EB-667FC2B0D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30"/>
            <a:ext cx="9144000" cy="8662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F9A802-5335-40EA-BD36-A4ED6BD71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E34C-0C06-422D-8445-4290A33915A8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CDB0EB-4A6A-49DF-BB01-129F4E140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CE9C39-4E1D-4183-B199-2D081277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2A927BB-4456-4AA2-AF00-6090662CA4DC}"/>
              </a:ext>
            </a:extLst>
          </p:cNvPr>
          <p:cNvGrpSpPr/>
          <p:nvPr userDrawn="1"/>
        </p:nvGrpSpPr>
        <p:grpSpPr>
          <a:xfrm>
            <a:off x="-1" y="9429"/>
            <a:ext cx="1608943" cy="6839144"/>
            <a:chOff x="-1" y="9429"/>
            <a:chExt cx="1608943" cy="6839144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C463AE3D-6F37-4235-8BFD-EBD8FEC3C1B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13961" b="54734"/>
            <a:stretch/>
          </p:blipFill>
          <p:spPr>
            <a:xfrm rot="5400000">
              <a:off x="-1030206" y="1039634"/>
              <a:ext cx="3201056" cy="1140645"/>
            </a:xfrm>
            <a:prstGeom prst="rect">
              <a:avLst/>
            </a:prstGeom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2B2F3198-1EA3-4864-9C8E-69839F491D9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55842"/>
            <a:stretch/>
          </p:blipFill>
          <p:spPr>
            <a:xfrm rot="16200000">
              <a:off x="-796056" y="4443574"/>
              <a:ext cx="3201056" cy="1608941"/>
            </a:xfrm>
            <a:prstGeom prst="rect">
              <a:avLst/>
            </a:prstGeom>
          </p:spPr>
        </p:pic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FD1F5E58-08B9-43B6-9CF8-68AF52E6DFA1}"/>
              </a:ext>
            </a:extLst>
          </p:cNvPr>
          <p:cNvGrpSpPr/>
          <p:nvPr userDrawn="1"/>
        </p:nvGrpSpPr>
        <p:grpSpPr>
          <a:xfrm rot="10800000">
            <a:off x="10549328" y="0"/>
            <a:ext cx="1608943" cy="6839144"/>
            <a:chOff x="-1" y="9429"/>
            <a:chExt cx="1608943" cy="6839144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344523D2-5A2A-4FE2-A104-DD929904318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13961" b="54734"/>
            <a:stretch/>
          </p:blipFill>
          <p:spPr>
            <a:xfrm rot="5400000">
              <a:off x="-1030206" y="1039634"/>
              <a:ext cx="3201056" cy="1140645"/>
            </a:xfrm>
            <a:prstGeom prst="rect">
              <a:avLst/>
            </a:prstGeom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60F1EB72-0D3C-4CF7-BA89-80474328040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55842"/>
            <a:stretch/>
          </p:blipFill>
          <p:spPr>
            <a:xfrm rot="16200000">
              <a:off x="-796056" y="4443574"/>
              <a:ext cx="3201056" cy="1608941"/>
            </a:xfrm>
            <a:prstGeom prst="rect">
              <a:avLst/>
            </a:prstGeom>
          </p:spPr>
        </p:pic>
      </p:grp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5F5847C-DF9A-4E8F-8AC9-E8FD123264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948" y="1294574"/>
            <a:ext cx="4802576" cy="168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80055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268D3F8B-16D9-4FA9-A055-B3C99F9C7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75349-B8FF-4EAF-9758-1B6C76217467}" type="datetime1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958765E-1D59-4EBD-8B0C-D90EDEBF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BC9D76-2C00-47FC-B1BC-53DDDD5D7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19D724-5309-42B0-9DD6-2097051A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BF6EA5-4E5B-4CD5-90BE-6CA4D9B093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3961" b="54734"/>
          <a:stretch/>
        </p:blipFill>
        <p:spPr>
          <a:xfrm rot="5400000">
            <a:off x="-1030206" y="1039634"/>
            <a:ext cx="3201056" cy="114064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50C46FF-DB49-4C1C-AE2F-D07AD97199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5842"/>
          <a:stretch/>
        </p:blipFill>
        <p:spPr>
          <a:xfrm rot="16200000">
            <a:off x="-796056" y="4443574"/>
            <a:ext cx="3201056" cy="160894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F37052-BE88-4EBF-AE14-CA53F211E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3961" b="54734"/>
          <a:stretch/>
        </p:blipFill>
        <p:spPr>
          <a:xfrm rot="16200000">
            <a:off x="9987420" y="4668294"/>
            <a:ext cx="3201056" cy="114064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E0BA85F-8686-49EF-92CE-C81DFD5434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584" y="284686"/>
            <a:ext cx="2256148" cy="79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09985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31331F-A4ED-4B6B-A362-4C3311661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603914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60B23B0-1F13-4112-BAB2-7DFE67F069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813" y="2213452"/>
            <a:ext cx="6919273" cy="24310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A3525C-0A75-4AFA-928A-2FF8C3676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>
            <a:off x="0" y="4380703"/>
            <a:ext cx="6483302" cy="247729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F3BD21-8E4F-450A-A941-4D6EBD0AB7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 rot="10800000">
            <a:off x="5708698" y="0"/>
            <a:ext cx="6483302" cy="2477297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270480E-4071-44EF-8953-99F74C2118B2}"/>
              </a:ext>
            </a:extLst>
          </p:cNvPr>
          <p:cNvGrpSpPr/>
          <p:nvPr userDrawn="1"/>
        </p:nvGrpSpPr>
        <p:grpSpPr>
          <a:xfrm rot="5400000">
            <a:off x="442811" y="39917"/>
            <a:ext cx="130630" cy="563076"/>
            <a:chOff x="7081442" y="2246001"/>
            <a:chExt cx="130630" cy="563076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A35741BF-5137-47F4-BFA2-7B2D28079E18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A3E7BC5D-47EB-4F1D-9168-9852E8A6BF02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D01966E-7F74-4963-A92C-60DF417CEAE6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E649EAD-0B4A-4E59-A0EA-7F622E0696E2}"/>
              </a:ext>
            </a:extLst>
          </p:cNvPr>
          <p:cNvGrpSpPr/>
          <p:nvPr userDrawn="1"/>
        </p:nvGrpSpPr>
        <p:grpSpPr>
          <a:xfrm rot="5400000">
            <a:off x="1230428" y="39917"/>
            <a:ext cx="130630" cy="563076"/>
            <a:chOff x="7081442" y="2246001"/>
            <a:chExt cx="130630" cy="563076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6A54ED0E-2066-499E-B81C-CB8E0ECD80B4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A5081C-4CAB-4171-8B31-0A82A7E49FC6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A547810A-BA0D-4182-9620-51064229B571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740121415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t Title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A3525C-0A75-4AFA-928A-2FF8C3676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>
            <a:off x="0" y="4380703"/>
            <a:ext cx="6483302" cy="247729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F3BD21-8E4F-450A-A941-4D6EBD0AB7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 rot="10800000">
            <a:off x="5708698" y="0"/>
            <a:ext cx="6483302" cy="2477297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270480E-4071-44EF-8953-99F74C2118B2}"/>
              </a:ext>
            </a:extLst>
          </p:cNvPr>
          <p:cNvGrpSpPr/>
          <p:nvPr userDrawn="1"/>
        </p:nvGrpSpPr>
        <p:grpSpPr>
          <a:xfrm rot="5400000">
            <a:off x="442811" y="39917"/>
            <a:ext cx="130630" cy="563076"/>
            <a:chOff x="7081442" y="2246001"/>
            <a:chExt cx="130630" cy="563076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A35741BF-5137-47F4-BFA2-7B2D28079E18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A3E7BC5D-47EB-4F1D-9168-9852E8A6BF02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D01966E-7F74-4963-A92C-60DF417CEAE6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E649EAD-0B4A-4E59-A0EA-7F622E0696E2}"/>
              </a:ext>
            </a:extLst>
          </p:cNvPr>
          <p:cNvGrpSpPr/>
          <p:nvPr userDrawn="1"/>
        </p:nvGrpSpPr>
        <p:grpSpPr>
          <a:xfrm rot="5400000">
            <a:off x="1230428" y="39917"/>
            <a:ext cx="130630" cy="563076"/>
            <a:chOff x="7081442" y="2246001"/>
            <a:chExt cx="130630" cy="563076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6A54ED0E-2066-499E-B81C-CB8E0ECD80B4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A5081C-4CAB-4171-8B31-0A82A7E49FC6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A547810A-BA0D-4182-9620-51064229B571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85152269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0B654-93F3-4721-A290-17E9A5184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29703"/>
            <a:ext cx="9144000" cy="136065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B0B30C-7A61-451E-B6EB-667FC2B0D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30"/>
            <a:ext cx="9144000" cy="8662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F9A802-5335-40EA-BD36-A4ED6BD71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E34C-0C06-422D-8445-4290A33915A8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CDB0EB-4A6A-49DF-BB01-129F4E140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CE9C39-4E1D-4183-B199-2D081277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FD7808-0438-4480-A8FF-E29DCEE768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343" y="1300561"/>
            <a:ext cx="4748930" cy="1668543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6A3ECA7-55A6-499F-A9D9-1D750471B033}"/>
              </a:ext>
            </a:extLst>
          </p:cNvPr>
          <p:cNvGrpSpPr/>
          <p:nvPr userDrawn="1"/>
        </p:nvGrpSpPr>
        <p:grpSpPr>
          <a:xfrm>
            <a:off x="-3" y="0"/>
            <a:ext cx="1670675" cy="6858003"/>
            <a:chOff x="-3" y="0"/>
            <a:chExt cx="1670675" cy="6858003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8AE212CE-0FC5-420D-9D84-5918DF6C608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1" r="-1" b="54939"/>
            <a:stretch/>
          </p:blipFill>
          <p:spPr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126B2EF5-528E-48A7-99D6-B59B8FCA7C3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55971" r="-1" b="-1217"/>
            <a:stretch/>
          </p:blipFill>
          <p:spPr>
            <a:xfrm rot="16200000">
              <a:off x="-783667" y="4403663"/>
              <a:ext cx="3238008" cy="1670671"/>
            </a:xfrm>
            <a:prstGeom prst="rect">
              <a:avLst/>
            </a:prstGeom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FC771FC9-35A3-436D-A854-D8B38E1D29DC}"/>
              </a:ext>
            </a:extLst>
          </p:cNvPr>
          <p:cNvGrpSpPr/>
          <p:nvPr userDrawn="1"/>
        </p:nvGrpSpPr>
        <p:grpSpPr>
          <a:xfrm rot="10800000">
            <a:off x="10518462" y="0"/>
            <a:ext cx="1670675" cy="6858003"/>
            <a:chOff x="-3" y="0"/>
            <a:chExt cx="1670675" cy="6858003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F2AA09D0-3EFB-4020-ABA8-1616727D98F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1" r="-1" b="54939"/>
            <a:stretch/>
          </p:blipFill>
          <p:spPr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23A28532-EEB2-4885-A3CE-54D0A28DC13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55971" r="-1" b="-1217"/>
            <a:stretch/>
          </p:blipFill>
          <p:spPr>
            <a:xfrm rot="16200000">
              <a:off x="-783667" y="4403663"/>
              <a:ext cx="3238008" cy="16706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2360827"/>
      </p:ext>
    </p:extLst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268D3F8B-16D9-4FA9-A055-B3C99F9C7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75349-B8FF-4EAF-9758-1B6C76217467}" type="datetime1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958765E-1D59-4EBD-8B0C-D90EDEBF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BC9D76-2C00-47FC-B1BC-53DDDD5D7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19D724-5309-42B0-9DD6-2097051A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854032-24A2-4F97-996D-2040FAF5D9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585" y="284686"/>
            <a:ext cx="2256146" cy="792700"/>
          </a:xfrm>
          <a:prstGeom prst="rect">
            <a:avLst/>
          </a:prstGeom>
        </p:spPr>
      </p:pic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1DC89029-5F07-4A38-A938-FF64B8ECC68B}"/>
              </a:ext>
            </a:extLst>
          </p:cNvPr>
          <p:cNvGrpSpPr/>
          <p:nvPr userDrawn="1"/>
        </p:nvGrpSpPr>
        <p:grpSpPr>
          <a:xfrm>
            <a:off x="-3" y="0"/>
            <a:ext cx="1670675" cy="6858003"/>
            <a:chOff x="-3" y="0"/>
            <a:chExt cx="1670675" cy="6858003"/>
          </a:xfrm>
        </p:grpSpPr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75DB9053-9013-4FDD-92DF-75577C9569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1" r="-1" b="54939"/>
            <a:stretch/>
          </p:blipFill>
          <p:spPr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CDC64F56-F9E7-4C31-B78E-F8868BE3D7A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55971" r="-1" b="-1217"/>
            <a:stretch/>
          </p:blipFill>
          <p:spPr>
            <a:xfrm rot="16200000">
              <a:off x="-783667" y="4403663"/>
              <a:ext cx="3238008" cy="1670671"/>
            </a:xfrm>
            <a:prstGeom prst="rect">
              <a:avLst/>
            </a:prstGeom>
          </p:spPr>
        </p:pic>
      </p:grp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DA2F168-F001-4186-B20D-6180659ABA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91" t="1" r="-1" b="54939"/>
          <a:stretch/>
        </p:blipFill>
        <p:spPr>
          <a:xfrm rot="16200000">
            <a:off x="9738235" y="4407102"/>
            <a:ext cx="3238008" cy="1663795"/>
          </a:xfrm>
          <a:prstGeom prst="rect">
            <a:avLst/>
          </a:prstGeom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DE6FEDBC-E054-46D7-A4B5-BA17161830A3}"/>
              </a:ext>
            </a:extLst>
          </p:cNvPr>
          <p:cNvGrpSpPr/>
          <p:nvPr userDrawn="1"/>
        </p:nvGrpSpPr>
        <p:grpSpPr>
          <a:xfrm>
            <a:off x="11621299" y="2572948"/>
            <a:ext cx="570701" cy="1712103"/>
            <a:chOff x="11507954" y="2186129"/>
            <a:chExt cx="684046" cy="2052138"/>
          </a:xfrm>
        </p:grpSpPr>
        <p:sp>
          <p:nvSpPr>
            <p:cNvPr id="27" name="Ромб 26">
              <a:extLst>
                <a:ext uri="{FF2B5EF4-FFF2-40B4-BE49-F238E27FC236}">
                  <a16:creationId xmlns:a16="http://schemas.microsoft.com/office/drawing/2014/main" id="{C57BA726-7596-4684-987C-0418D082C45A}"/>
                </a:ext>
              </a:extLst>
            </p:cNvPr>
            <p:cNvSpPr/>
            <p:nvPr/>
          </p:nvSpPr>
          <p:spPr>
            <a:xfrm>
              <a:off x="11507954" y="2186129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8" name="Ромб 27">
              <a:extLst>
                <a:ext uri="{FF2B5EF4-FFF2-40B4-BE49-F238E27FC236}">
                  <a16:creationId xmlns:a16="http://schemas.microsoft.com/office/drawing/2014/main" id="{EAC0FEF1-F517-46FA-9D26-8F3BFCF6B2CB}"/>
                </a:ext>
              </a:extLst>
            </p:cNvPr>
            <p:cNvSpPr/>
            <p:nvPr/>
          </p:nvSpPr>
          <p:spPr>
            <a:xfrm>
              <a:off x="11507954" y="2870175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9" name="Ромб 28">
              <a:extLst>
                <a:ext uri="{FF2B5EF4-FFF2-40B4-BE49-F238E27FC236}">
                  <a16:creationId xmlns:a16="http://schemas.microsoft.com/office/drawing/2014/main" id="{4CB5A5B0-D5E2-4D8D-BA2A-CE01675CD744}"/>
                </a:ext>
              </a:extLst>
            </p:cNvPr>
            <p:cNvSpPr/>
            <p:nvPr/>
          </p:nvSpPr>
          <p:spPr>
            <a:xfrm>
              <a:off x="11507954" y="3554221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59F6DE8-3C45-4A77-B595-BE5DECF4CD20}"/>
              </a:ext>
            </a:extLst>
          </p:cNvPr>
          <p:cNvSpPr/>
          <p:nvPr userDrawn="1"/>
        </p:nvSpPr>
        <p:spPr>
          <a:xfrm>
            <a:off x="-3" y="0"/>
            <a:ext cx="12192003" cy="228596"/>
          </a:xfrm>
          <a:prstGeom prst="rect">
            <a:avLst/>
          </a:prstGeom>
          <a:solidFill>
            <a:srgbClr val="0068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842707"/>
      </p:ext>
    </p:extLst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5495A5-7BF2-415A-832E-632F6DF4CA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0209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148D2-75F5-4968-BF4A-E2A681285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B7E328-62D0-4942-BE8A-B7D45C276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57826"/>
            <a:ext cx="10515600" cy="501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E75776-B435-4876-8805-6D9ABA143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A272BC7-7823-4DF6-81F1-7CEFB7B3C33C}" type="datetime1">
              <a:rPr lang="ru-RU" smtClean="0"/>
              <a:pPr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0CE8DE-F8D7-4826-B98F-926078B07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13D883-9999-4B3C-991A-C0644E176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D0A6DE4-523C-4F70-BC59-CD9CEAB9BA4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34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1" r:id="rId2"/>
    <p:sldLayoutId id="2147483663" r:id="rId3"/>
    <p:sldLayoutId id="2147483664" r:id="rId4"/>
    <p:sldLayoutId id="2147483665" r:id="rId5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148D2-75F5-4968-BF4A-E2A681285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B7E328-62D0-4942-BE8A-B7D45C276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57826"/>
            <a:ext cx="10515600" cy="501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E75776-B435-4876-8805-6D9ABA143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72BC7-7823-4DF6-81F1-7CEFB7B3C33C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0CE8DE-F8D7-4826-B98F-926078B07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13D883-9999-4B3C-991A-C0644E176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A6DE4-523C-4F70-BC59-CD9CEAB9B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11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3" r:id="rId2"/>
    <p:sldLayoutId id="2147483658" r:id="rId3"/>
    <p:sldLayoutId id="2147483659" r:id="rId4"/>
    <p:sldLayoutId id="2147483660" r:id="rId5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148D2-75F5-4968-BF4A-E2A681285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B7E328-62D0-4942-BE8A-B7D45C276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57826"/>
            <a:ext cx="10515600" cy="501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E75776-B435-4876-8805-6D9ABA143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A272BC7-7823-4DF6-81F1-7CEFB7B3C33C}" type="datetime1">
              <a:rPr lang="ru-RU" smtClean="0"/>
              <a:pPr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0CE8DE-F8D7-4826-B98F-926078B07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13D883-9999-4B3C-991A-C0644E176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D0A6DE4-523C-4F70-BC59-CD9CEAB9BA4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30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0" r:id="rId5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051035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124A35-A450-4D5D-9EE2-711DE86C0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30"/>
            <a:ext cx="9144000" cy="109447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Выполнили: Елисеев Павел Анатольевич</a:t>
            </a:r>
          </a:p>
          <a:p>
            <a:r>
              <a:rPr lang="ru-RU" dirty="0"/>
              <a:t>и Агеев Егор Александрович</a:t>
            </a:r>
          </a:p>
          <a:p>
            <a:r>
              <a:rPr lang="ru-RU" dirty="0"/>
              <a:t>Преподаватель: Миронов Юрий Владимирович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9171CC-B167-447C-A9FD-65D1523FB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8884-0561-42A9-AF80-F6A6938D0E7A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9035B88-EA81-4BAC-AD5C-7793E981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2</a:t>
            </a:fld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208D648-8FD7-4198-8E77-7FF5E325C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8775" y="3129703"/>
            <a:ext cx="9144000" cy="1360652"/>
          </a:xfrm>
        </p:spPr>
        <p:txBody>
          <a:bodyPr/>
          <a:lstStyle/>
          <a:p>
            <a:r>
              <a:rPr lang="en-US" dirty="0" smtClean="0"/>
              <a:t>Jetpack Joyride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0519622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Дата 11">
            <a:extLst>
              <a:ext uri="{FF2B5EF4-FFF2-40B4-BE49-F238E27FC236}">
                <a16:creationId xmlns:a16="http://schemas.microsoft.com/office/drawing/2014/main" id="{91B06868-2016-40DC-8C86-033DFC3A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138" y="6381288"/>
            <a:ext cx="2743200" cy="365125"/>
          </a:xfrm>
        </p:spPr>
        <p:txBody>
          <a:bodyPr/>
          <a:lstStyle/>
          <a:p>
            <a:fld id="{0C944032-3D28-4E68-B92B-ACC4BF1020C3}" type="datetime1">
              <a:rPr lang="ru-RU" smtClean="0"/>
              <a:t>25.05.2026</a:t>
            </a:fld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B63018A-8B15-4DE7-972D-2E49BB7F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38" y="6381288"/>
            <a:ext cx="2743200" cy="365125"/>
          </a:xfrm>
          <a:ln>
            <a:noFill/>
          </a:ln>
        </p:spPr>
        <p:txBody>
          <a:bodyPr/>
          <a:lstStyle/>
          <a:p>
            <a:fld id="{2D0A6DE4-523C-4F70-BC59-CD9CEAB9BA4C}" type="slidenum">
              <a:rPr lang="ru-RU" smtClean="0"/>
              <a:t>3</a:t>
            </a:fld>
            <a:endParaRPr lang="ru-RU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6CF43D71-35AC-4A7A-987F-1D7B8E0E8686}"/>
              </a:ext>
            </a:extLst>
          </p:cNvPr>
          <p:cNvSpPr txBox="1">
            <a:spLocks/>
          </p:cNvSpPr>
          <p:nvPr/>
        </p:nvSpPr>
        <p:spPr>
          <a:xfrm>
            <a:off x="0" y="675550"/>
            <a:ext cx="121920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400" dirty="0"/>
              <a:t>Идея и концепция игры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1E3F1F-18A5-4378-90AB-94BBE460795B}"/>
              </a:ext>
            </a:extLst>
          </p:cNvPr>
          <p:cNvSpPr/>
          <p:nvPr/>
        </p:nvSpPr>
        <p:spPr>
          <a:xfrm>
            <a:off x="962443" y="2398674"/>
            <a:ext cx="1026711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Концепция: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chemeClr val="tx2"/>
                </a:solidFill>
              </a:rPr>
              <a:t>2D-платформер в стиле </a:t>
            </a:r>
            <a:r>
              <a:rPr lang="en-US" sz="3600" dirty="0">
                <a:solidFill>
                  <a:schemeClr val="tx2"/>
                </a:solidFill>
              </a:rPr>
              <a:t>Jetpack Joyride</a:t>
            </a:r>
            <a:endParaRPr lang="ru-RU" sz="3600" dirty="0">
              <a:solidFill>
                <a:schemeClr val="tx2"/>
              </a:solidFill>
            </a:endParaRPr>
          </a:p>
          <a:p>
            <a:r>
              <a:rPr lang="ru-RU" sz="3600" b="1" dirty="0">
                <a:solidFill>
                  <a:schemeClr val="tx2"/>
                </a:solidFill>
              </a:rPr>
              <a:t>Суть игры: </a:t>
            </a:r>
            <a:endParaRPr lang="en-US" sz="3600" b="1" dirty="0" smtClean="0">
              <a:solidFill>
                <a:schemeClr val="tx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b="1" dirty="0" smtClean="0">
                <a:solidFill>
                  <a:schemeClr val="tx2"/>
                </a:solidFill>
              </a:rPr>
              <a:t>Персонаж </a:t>
            </a:r>
            <a:r>
              <a:rPr lang="ru-RU" sz="3600" b="1" dirty="0">
                <a:solidFill>
                  <a:schemeClr val="tx2"/>
                </a:solidFill>
              </a:rPr>
              <a:t>который бежит - летит вперёд устанавливая рекорды, пока </a:t>
            </a:r>
            <a:r>
              <a:rPr lang="ru-RU" sz="3600" b="1" dirty="0" smtClean="0">
                <a:solidFill>
                  <a:schemeClr val="tx2"/>
                </a:solidFill>
              </a:rPr>
              <a:t>не проиграет.</a:t>
            </a:r>
            <a:endParaRPr lang="ru-RU" sz="3600" b="1" dirty="0">
              <a:solidFill>
                <a:schemeClr val="tx2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CFA97F3-9ABC-4D51-9B26-51289277DCCE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4595475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Дата 11">
            <a:extLst>
              <a:ext uri="{FF2B5EF4-FFF2-40B4-BE49-F238E27FC236}">
                <a16:creationId xmlns:a16="http://schemas.microsoft.com/office/drawing/2014/main" id="{91B06868-2016-40DC-8C86-033DFC3A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138" y="6381288"/>
            <a:ext cx="2743200" cy="365125"/>
          </a:xfrm>
        </p:spPr>
        <p:txBody>
          <a:bodyPr/>
          <a:lstStyle/>
          <a:p>
            <a:fld id="{0C944032-3D28-4E68-B92B-ACC4BF1020C3}" type="datetime1">
              <a:rPr lang="ru-RU" smtClean="0"/>
              <a:t>25.05.2026</a:t>
            </a:fld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B63018A-8B15-4DE7-972D-2E49BB7F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38" y="6381288"/>
            <a:ext cx="2743200" cy="365125"/>
          </a:xfrm>
          <a:ln>
            <a:noFill/>
          </a:ln>
        </p:spPr>
        <p:txBody>
          <a:bodyPr/>
          <a:lstStyle/>
          <a:p>
            <a:fld id="{2D0A6DE4-523C-4F70-BC59-CD9CEAB9BA4C}" type="slidenum">
              <a:rPr lang="ru-RU" smtClean="0"/>
              <a:t>4</a:t>
            </a:fld>
            <a:endParaRPr lang="ru-RU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6CF43D71-35AC-4A7A-987F-1D7B8E0E8686}"/>
              </a:ext>
            </a:extLst>
          </p:cNvPr>
          <p:cNvSpPr txBox="1">
            <a:spLocks/>
          </p:cNvSpPr>
          <p:nvPr/>
        </p:nvSpPr>
        <p:spPr>
          <a:xfrm>
            <a:off x="0" y="421132"/>
            <a:ext cx="121920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400" dirty="0"/>
              <a:t>Игровой процесс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1E3F1F-18A5-4378-90AB-94BBE460795B}"/>
              </a:ext>
            </a:extLst>
          </p:cNvPr>
          <p:cNvSpPr/>
          <p:nvPr/>
        </p:nvSpPr>
        <p:spPr>
          <a:xfrm>
            <a:off x="863137" y="1278382"/>
            <a:ext cx="1051560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chemeClr val="tx2"/>
                </a:solidFill>
              </a:rPr>
              <a:t>Процесс управления: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2"/>
                </a:solidFill>
              </a:rPr>
              <a:t>По нажатию на экран персонаж взлетает</a:t>
            </a:r>
          </a:p>
          <a:p>
            <a:r>
              <a:rPr lang="ru-RU" sz="3000" b="1" dirty="0">
                <a:solidFill>
                  <a:schemeClr val="tx2"/>
                </a:solidFill>
              </a:rPr>
              <a:t>Механики:</a:t>
            </a:r>
            <a:r>
              <a:rPr lang="ru-RU" sz="3000" dirty="0">
                <a:solidFill>
                  <a:schemeClr val="tx2"/>
                </a:solidFill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2"/>
                </a:solidFill>
              </a:rPr>
              <a:t>Одна жизнь(можно восстановить за </a:t>
            </a:r>
            <a:r>
              <a:rPr lang="ru-RU" sz="3000" dirty="0" smtClean="0">
                <a:solidFill>
                  <a:schemeClr val="tx2"/>
                </a:solidFill>
              </a:rPr>
              <a:t>валюту)</a:t>
            </a:r>
            <a:endParaRPr lang="ru-RU" sz="3000" dirty="0">
              <a:solidFill>
                <a:schemeClr val="tx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2"/>
                </a:solidFill>
              </a:rPr>
              <a:t>Лазеры и ракеты пытающиеся погубить героя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2"/>
                </a:solidFill>
              </a:rPr>
              <a:t>Игра </a:t>
            </a:r>
            <a:r>
              <a:rPr lang="ru-RU" sz="3000" dirty="0" smtClean="0">
                <a:solidFill>
                  <a:schemeClr val="tx2"/>
                </a:solidFill>
              </a:rPr>
              <a:t>бесконечна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000" dirty="0" smtClean="0">
                <a:solidFill>
                  <a:schemeClr val="tx2"/>
                </a:solidFill>
              </a:rPr>
              <a:t>Прокачка героя</a:t>
            </a:r>
            <a:endParaRPr lang="ru-RU" sz="3000" dirty="0">
              <a:solidFill>
                <a:schemeClr val="tx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000" dirty="0" smtClean="0">
                <a:solidFill>
                  <a:schemeClr val="tx2"/>
                </a:solidFill>
              </a:rPr>
              <a:t>Казино</a:t>
            </a:r>
            <a:endParaRPr lang="ru-RU" sz="3000" dirty="0">
              <a:solidFill>
                <a:schemeClr val="tx2"/>
              </a:solidFill>
            </a:endParaRPr>
          </a:p>
          <a:p>
            <a:r>
              <a:rPr lang="ru-RU" sz="3000" b="1" dirty="0">
                <a:solidFill>
                  <a:schemeClr val="tx2"/>
                </a:solidFill>
              </a:rPr>
              <a:t>Цель игры:</a:t>
            </a:r>
            <a:r>
              <a:rPr lang="ru-RU" sz="3000" dirty="0">
                <a:solidFill>
                  <a:schemeClr val="tx2"/>
                </a:solidFill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000" dirty="0" smtClean="0">
                <a:solidFill>
                  <a:schemeClr val="tx2"/>
                </a:solidFill>
              </a:rPr>
              <a:t>Преодолеть как можно большее расстояние</a:t>
            </a:r>
            <a:endParaRPr lang="ru-RU" sz="3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125239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Дата 11">
            <a:extLst>
              <a:ext uri="{FF2B5EF4-FFF2-40B4-BE49-F238E27FC236}">
                <a16:creationId xmlns:a16="http://schemas.microsoft.com/office/drawing/2014/main" id="{91B06868-2016-40DC-8C86-033DFC3A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138" y="6381288"/>
            <a:ext cx="2743200" cy="365125"/>
          </a:xfrm>
        </p:spPr>
        <p:txBody>
          <a:bodyPr/>
          <a:lstStyle/>
          <a:p>
            <a:fld id="{0C944032-3D28-4E68-B92B-ACC4BF1020C3}" type="datetime1">
              <a:rPr lang="ru-RU" smtClean="0"/>
              <a:t>25.05.2026</a:t>
            </a:fld>
            <a:endParaRPr lang="ru-RU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B63018A-8B15-4DE7-972D-2E49BB7F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38" y="6381288"/>
            <a:ext cx="2743200" cy="365125"/>
          </a:xfrm>
          <a:ln>
            <a:noFill/>
          </a:ln>
        </p:spPr>
        <p:txBody>
          <a:bodyPr/>
          <a:lstStyle/>
          <a:p>
            <a:fld id="{2D0A6DE4-523C-4F70-BC59-CD9CEAB9BA4C}" type="slidenum">
              <a:rPr lang="ru-RU" smtClean="0"/>
              <a:t>5</a:t>
            </a:fld>
            <a:endParaRPr lang="ru-RU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6CF43D71-35AC-4A7A-987F-1D7B8E0E8686}"/>
              </a:ext>
            </a:extLst>
          </p:cNvPr>
          <p:cNvSpPr txBox="1">
            <a:spLocks/>
          </p:cNvSpPr>
          <p:nvPr/>
        </p:nvSpPr>
        <p:spPr>
          <a:xfrm>
            <a:off x="0" y="815579"/>
            <a:ext cx="121920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400" dirty="0"/>
              <a:t>Ключевые классы и их функции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1E3F1F-18A5-4378-90AB-94BBE460795B}"/>
              </a:ext>
            </a:extLst>
          </p:cNvPr>
          <p:cNvSpPr/>
          <p:nvPr/>
        </p:nvSpPr>
        <p:spPr>
          <a:xfrm>
            <a:off x="962443" y="2798766"/>
            <a:ext cx="102671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chemeClr val="tx2"/>
                </a:solidFill>
              </a:rPr>
              <a:t>GameScreen</a:t>
            </a:r>
            <a:r>
              <a:rPr lang="ru-RU" sz="2800" b="1" dirty="0">
                <a:solidFill>
                  <a:schemeClr val="tx2"/>
                </a:solidFill>
              </a:rPr>
              <a:t>:</a:t>
            </a:r>
            <a:endParaRPr lang="ru-RU" sz="2800" dirty="0">
              <a:solidFill>
                <a:schemeClr val="tx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/>
                </a:solidFill>
              </a:rPr>
              <a:t>Основная логика игры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/>
                </a:solidFill>
              </a:rPr>
              <a:t>Обработка ввода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/>
                </a:solidFill>
              </a:rPr>
              <a:t>Рендеринг </a:t>
            </a:r>
            <a:r>
              <a:rPr lang="ru-RU" sz="2800" dirty="0" smtClean="0">
                <a:solidFill>
                  <a:schemeClr val="tx2"/>
                </a:solidFill>
              </a:rPr>
              <a:t>графики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096000" y="2795727"/>
            <a:ext cx="616998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Jetpack</a:t>
            </a:r>
            <a:r>
              <a:rPr lang="ru-RU" sz="2800" b="1" dirty="0" err="1">
                <a:solidFill>
                  <a:schemeClr val="tx2"/>
                </a:solidFill>
              </a:rPr>
              <a:t>Object</a:t>
            </a:r>
            <a:r>
              <a:rPr lang="ru-RU" sz="2800" b="1" dirty="0">
                <a:solidFill>
                  <a:schemeClr val="tx2"/>
                </a:solidFill>
              </a:rPr>
              <a:t>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/>
                </a:solidFill>
              </a:rPr>
              <a:t>Физика Box2D тела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/>
                </a:solidFill>
              </a:rPr>
              <a:t>Анимации и состояния.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/>
                </a:solidFill>
              </a:rPr>
              <a:t>Механики</a:t>
            </a:r>
          </a:p>
        </p:txBody>
      </p:sp>
    </p:spTree>
    <p:extLst>
      <p:ext uri="{BB962C8B-B14F-4D97-AF65-F5344CB8AC3E}">
        <p14:creationId xmlns:p14="http://schemas.microsoft.com/office/powerpoint/2010/main" val="1300962368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Дата 11">
            <a:extLst>
              <a:ext uri="{FF2B5EF4-FFF2-40B4-BE49-F238E27FC236}">
                <a16:creationId xmlns:a16="http://schemas.microsoft.com/office/drawing/2014/main" id="{91B06868-2016-40DC-8C86-033DFC3A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138" y="6381288"/>
            <a:ext cx="2743200" cy="365125"/>
          </a:xfrm>
        </p:spPr>
        <p:txBody>
          <a:bodyPr/>
          <a:lstStyle/>
          <a:p>
            <a:fld id="{0C944032-3D28-4E68-B92B-ACC4BF1020C3}" type="datetime1">
              <a:rPr lang="ru-RU" smtClean="0"/>
              <a:t>25.05.2026</a:t>
            </a:fld>
            <a:endParaRPr lang="ru-RU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B63018A-8B15-4DE7-972D-2E49BB7F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38" y="6381288"/>
            <a:ext cx="2743200" cy="365125"/>
          </a:xfrm>
          <a:ln>
            <a:noFill/>
          </a:ln>
        </p:spPr>
        <p:txBody>
          <a:bodyPr/>
          <a:lstStyle/>
          <a:p>
            <a:fld id="{2D0A6DE4-523C-4F70-BC59-CD9CEAB9BA4C}" type="slidenum">
              <a:rPr lang="ru-RU" smtClean="0"/>
              <a:t>6</a:t>
            </a:fld>
            <a:endParaRPr lang="ru-RU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6CF43D71-35AC-4A7A-987F-1D7B8E0E8686}"/>
              </a:ext>
            </a:extLst>
          </p:cNvPr>
          <p:cNvSpPr txBox="1">
            <a:spLocks/>
          </p:cNvSpPr>
          <p:nvPr/>
        </p:nvSpPr>
        <p:spPr>
          <a:xfrm>
            <a:off x="-247650" y="815579"/>
            <a:ext cx="121920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400" b="1" dirty="0"/>
              <a:t>Ч</a:t>
            </a:r>
            <a:r>
              <a:rPr lang="ru-RU" sz="5400" dirty="0"/>
              <a:t>то удалось реализовать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1E3F1F-18A5-4378-90AB-94BBE460795B}"/>
              </a:ext>
            </a:extLst>
          </p:cNvPr>
          <p:cNvSpPr/>
          <p:nvPr/>
        </p:nvSpPr>
        <p:spPr>
          <a:xfrm>
            <a:off x="1791536" y="1672829"/>
            <a:ext cx="1026711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chemeClr val="tx2"/>
                </a:solidFill>
              </a:rPr>
              <a:t>Основной геймплей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 smtClean="0">
                <a:solidFill>
                  <a:schemeClr val="tx2"/>
                </a:solidFill>
              </a:rPr>
              <a:t>Физика </a:t>
            </a:r>
            <a:r>
              <a:rPr lang="ru-RU" sz="3600" dirty="0">
                <a:solidFill>
                  <a:schemeClr val="tx2"/>
                </a:solidFill>
              </a:rPr>
              <a:t>столкновений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 smtClean="0">
                <a:solidFill>
                  <a:schemeClr val="tx2"/>
                </a:solidFill>
              </a:rPr>
              <a:t>Меню </a:t>
            </a:r>
            <a:r>
              <a:rPr lang="ru-RU" sz="3600" dirty="0">
                <a:solidFill>
                  <a:schemeClr val="tx2"/>
                </a:solidFill>
              </a:rPr>
              <a:t>и настройки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chemeClr val="tx2"/>
                </a:solidFill>
              </a:rPr>
              <a:t>Анимации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 smtClean="0">
                <a:solidFill>
                  <a:schemeClr val="tx2"/>
                </a:solidFill>
              </a:rPr>
              <a:t>Систему ресурсов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 smtClean="0">
                <a:solidFill>
                  <a:schemeClr val="tx2"/>
                </a:solidFill>
              </a:rPr>
              <a:t>Удалось изучить </a:t>
            </a:r>
            <a:r>
              <a:rPr lang="en-US" sz="3600" dirty="0" smtClean="0">
                <a:solidFill>
                  <a:schemeClr val="tx2"/>
                </a:solidFill>
              </a:rPr>
              <a:t>Java</a:t>
            </a:r>
            <a:endParaRPr lang="ru-RU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234609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Дата 11">
            <a:extLst>
              <a:ext uri="{FF2B5EF4-FFF2-40B4-BE49-F238E27FC236}">
                <a16:creationId xmlns:a16="http://schemas.microsoft.com/office/drawing/2014/main" id="{91B06868-2016-40DC-8C86-033DFC3A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138" y="6381288"/>
            <a:ext cx="2743200" cy="365125"/>
          </a:xfrm>
        </p:spPr>
        <p:txBody>
          <a:bodyPr/>
          <a:lstStyle/>
          <a:p>
            <a:fld id="{0C944032-3D28-4E68-B92B-ACC4BF1020C3}" type="datetime1">
              <a:rPr lang="ru-RU" smtClean="0"/>
              <a:t>25.05.2026</a:t>
            </a:fld>
            <a:endParaRPr lang="ru-RU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B63018A-8B15-4DE7-972D-2E49BB7F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38" y="6381288"/>
            <a:ext cx="2743200" cy="365125"/>
          </a:xfrm>
          <a:ln>
            <a:noFill/>
          </a:ln>
        </p:spPr>
        <p:txBody>
          <a:bodyPr/>
          <a:lstStyle/>
          <a:p>
            <a:fld id="{2D0A6DE4-523C-4F70-BC59-CD9CEAB9BA4C}" type="slidenum">
              <a:rPr lang="ru-RU" smtClean="0"/>
              <a:t>7</a:t>
            </a:fld>
            <a:endParaRPr lang="ru-RU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6CF43D71-35AC-4A7A-987F-1D7B8E0E8686}"/>
              </a:ext>
            </a:extLst>
          </p:cNvPr>
          <p:cNvSpPr txBox="1">
            <a:spLocks/>
          </p:cNvSpPr>
          <p:nvPr/>
        </p:nvSpPr>
        <p:spPr>
          <a:xfrm>
            <a:off x="0" y="815579"/>
            <a:ext cx="121920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400" b="1" dirty="0"/>
              <a:t>Скриншоты</a:t>
            </a:r>
            <a:r>
              <a:rPr lang="ru-RU" sz="5400" dirty="0"/>
              <a:t> игры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48AC48E-6EC2-43EB-BC1F-7E5AF03AD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54" y="1672828"/>
            <a:ext cx="4636581" cy="254077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359689-C2FD-42B5-A107-52C907978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235" y="1672828"/>
            <a:ext cx="4563660" cy="25361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AF6CD6-A255-466C-A66D-EAB7F1EB8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691" y="4213602"/>
            <a:ext cx="4675544" cy="259467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5DAED9C-62E7-4E98-9F2F-583D2E3DE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234" y="4189902"/>
            <a:ext cx="4674085" cy="261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76829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Дата 11">
            <a:extLst>
              <a:ext uri="{FF2B5EF4-FFF2-40B4-BE49-F238E27FC236}">
                <a16:creationId xmlns:a16="http://schemas.microsoft.com/office/drawing/2014/main" id="{91B06868-2016-40DC-8C86-033DFC3A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138" y="6381288"/>
            <a:ext cx="2743200" cy="365125"/>
          </a:xfrm>
        </p:spPr>
        <p:txBody>
          <a:bodyPr/>
          <a:lstStyle/>
          <a:p>
            <a:fld id="{0C944032-3D28-4E68-B92B-ACC4BF1020C3}" type="datetime1">
              <a:rPr lang="ru-RU" smtClean="0"/>
              <a:t>25.05.2026</a:t>
            </a:fld>
            <a:endParaRPr lang="ru-RU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B63018A-8B15-4DE7-972D-2E49BB7F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38" y="6381288"/>
            <a:ext cx="2743200" cy="365125"/>
          </a:xfrm>
          <a:ln>
            <a:noFill/>
          </a:ln>
        </p:spPr>
        <p:txBody>
          <a:bodyPr/>
          <a:lstStyle/>
          <a:p>
            <a:fld id="{2D0A6DE4-523C-4F70-BC59-CD9CEAB9BA4C}" type="slidenum">
              <a:rPr lang="ru-RU" smtClean="0"/>
              <a:t>8</a:t>
            </a:fld>
            <a:endParaRPr lang="ru-RU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6CF43D71-35AC-4A7A-987F-1D7B8E0E8686}"/>
              </a:ext>
            </a:extLst>
          </p:cNvPr>
          <p:cNvSpPr txBox="1">
            <a:spLocks/>
          </p:cNvSpPr>
          <p:nvPr/>
        </p:nvSpPr>
        <p:spPr>
          <a:xfrm>
            <a:off x="0" y="815579"/>
            <a:ext cx="121920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400" dirty="0"/>
              <a:t>Заключение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1E3F1F-18A5-4378-90AB-94BBE460795B}"/>
              </a:ext>
            </a:extLst>
          </p:cNvPr>
          <p:cNvSpPr/>
          <p:nvPr/>
        </p:nvSpPr>
        <p:spPr>
          <a:xfrm>
            <a:off x="2234738" y="2176698"/>
            <a:ext cx="962165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chemeClr val="tx2"/>
                </a:solidFill>
              </a:rPr>
              <a:t>Итоги проекта: </a:t>
            </a:r>
          </a:p>
          <a:p>
            <a:pPr>
              <a:buNone/>
            </a:pPr>
            <a:r>
              <a:rPr lang="ru-RU" sz="3600" dirty="0">
                <a:solidFill>
                  <a:schemeClr val="tx2"/>
                </a:solidFill>
              </a:rPr>
              <a:t>• Рабочая игра </a:t>
            </a:r>
          </a:p>
          <a:p>
            <a:pPr>
              <a:buNone/>
            </a:pPr>
            <a:r>
              <a:rPr lang="ru-RU" sz="3600" dirty="0">
                <a:solidFill>
                  <a:schemeClr val="tx2"/>
                </a:solidFill>
              </a:rPr>
              <a:t>• Кроссплатформенность </a:t>
            </a:r>
          </a:p>
          <a:p>
            <a:pPr>
              <a:buNone/>
            </a:pPr>
            <a:r>
              <a:rPr lang="ru-RU" sz="3600" dirty="0">
                <a:solidFill>
                  <a:schemeClr val="tx2"/>
                </a:solidFill>
              </a:rPr>
              <a:t>• Чистая архитектура кода </a:t>
            </a:r>
          </a:p>
          <a:p>
            <a:pPr>
              <a:buNone/>
            </a:pPr>
            <a:r>
              <a:rPr lang="ru-RU" sz="3600" dirty="0">
                <a:solidFill>
                  <a:schemeClr val="tx2"/>
                </a:solidFill>
              </a:rPr>
              <a:t>• Возможность для расширения </a:t>
            </a:r>
            <a:br>
              <a:rPr lang="ru-RU" sz="3600" dirty="0">
                <a:solidFill>
                  <a:schemeClr val="tx2"/>
                </a:solidFill>
              </a:rPr>
            </a:br>
            <a:endParaRPr lang="ru-RU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011353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E9E66B1E-7686-4AAA-8D02-C2BE5B857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174" y="3239207"/>
            <a:ext cx="2479652" cy="379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D48EC7-C2BB-4A8F-8238-89EC4A9870F5}"/>
              </a:ext>
            </a:extLst>
          </p:cNvPr>
          <p:cNvSpPr txBox="1"/>
          <p:nvPr/>
        </p:nvSpPr>
        <p:spPr>
          <a:xfrm>
            <a:off x="3952407" y="3825481"/>
            <a:ext cx="5897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tx2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064298795"/>
      </p:ext>
    </p:extLst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Samsung IT School White">
  <a:themeElements>
    <a:clrScheme name="Другая 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"/>
        <a:cs typeface=""/>
      </a:majorFont>
      <a:minorFont>
        <a:latin typeface="SamsungOne 450C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msung IT School En">
  <a:themeElements>
    <a:clrScheme name="Другая 1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C000"/>
      </a:hlink>
      <a:folHlink>
        <a:srgbClr val="FFC000"/>
      </a:folHlink>
    </a:clrScheme>
    <a:fontScheme name="Samsung Fonts">
      <a:majorFont>
        <a:latin typeface="SamsungOne 800C"/>
        <a:ea typeface=""/>
        <a:cs typeface=""/>
      </a:majorFont>
      <a:minorFont>
        <a:latin typeface="SamsungOne 450C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amsung IT School White En">
  <a:themeElements>
    <a:clrScheme name="Другая 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"/>
        <a:cs typeface=""/>
      </a:majorFont>
      <a:minorFont>
        <a:latin typeface="SamsungOne 450C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159</Words>
  <Application>Microsoft Office PowerPoint</Application>
  <PresentationFormat>Широкоэкранный</PresentationFormat>
  <Paragraphs>58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SamsungOne 450C</vt:lpstr>
      <vt:lpstr>Calibri</vt:lpstr>
      <vt:lpstr>SamsungOne 800C</vt:lpstr>
      <vt:lpstr>Arial</vt:lpstr>
      <vt:lpstr>Samsung IT School White</vt:lpstr>
      <vt:lpstr>Samsung IT School En</vt:lpstr>
      <vt:lpstr>Samsung IT School White En</vt:lpstr>
      <vt:lpstr>Презентация PowerPoint</vt:lpstr>
      <vt:lpstr>Jetpack Joyride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SAMSUNG Presentation</dc:title>
  <dc:creator>Roman Lesovoy</dc:creator>
  <cp:lastModifiedBy>Пользователь Gigabyte</cp:lastModifiedBy>
  <cp:revision>40</cp:revision>
  <dcterms:created xsi:type="dcterms:W3CDTF">2020-05-25T08:37:09Z</dcterms:created>
  <dcterms:modified xsi:type="dcterms:W3CDTF">2026-05-25T09:27:23Z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NSCPROP_SA">
    <vt:lpwstr>C:\Users\grebenkina.a\Downloads\SAMSUNG_IT_School_Presentation_Template_2020_PR (2).pptx</vt:lpwstr>
  </property>
</Properties>
</file>